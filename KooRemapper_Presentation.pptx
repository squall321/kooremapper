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KooRemapper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LS-DYNA K-file용 메쉬 매핑 및 응력 분석 도구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3167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**메쉬 매핑 (`map`)**: 디테일 플랫 → 디테일 벤트 (심플 레퍼런스 형상 따라감)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**레퍼런스 생성 (`generate-var`)**: 심플 벤트/플랫 레퍼런스 생성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곡선 메쉬: 사용자 정의 2D centerline 기반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가변 밀도 메쉬: 영역별 요소 밀도 제어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**언폴딩 (`unfold`)**: 벤트 → 플랫 (arc-length 기반)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**응력 계산 (`prestress`)**: 플랫 + 벤트 → dynain 초기 응력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**예제 생성 (`generate`)**: 테스트용 심플 메쉬 (arc, torus, helix 등)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전체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11887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│ 1단계: 심플 벤트 생성 (형상 정의) - 필수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YAML Config ──→ generate-var ──→ Simple Bent (10K 요소)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(curved)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 unfold (선택)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▼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Simple Flat (크기 참조용)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┌───────────────────────────────────────┼─────────────────────┐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│ 2단계: 디테일 플랫 준비 - 필수         │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│  방법 A: generate-var (reference 사용)│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│  방법 B: CAD 직접 생성 (크기 대략 맞춤)│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└───────────────────────────────────────┼─────────────────────┘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방법 A: generate-var (YAML) ─────┤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방법 B: CAD ─────────────────────┤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▼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Detail Flat (1M 요소)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┌───────────────────────────────────────┼─────────────────────┐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│ 3단계: 매핑 - 필수                     │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│  (디테일 플랫 → 디테일 벤트)          │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└───────────────────────────────────────┼─────────────────────┘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Simple Bent (레퍼런스) ──────────┤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map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▼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Detail Bent (1M 요소)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┌───────────────────────────────────────┼─────────────────────┐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│ 4단계: 초기 응력 계산 - 필수           │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└───────────────────────────────────────┼─────────────────────┘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Detail Flat ──────────────────prestress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▼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prestress.dynain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(초기 응력)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│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      ▼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                                  LS-DYNA 해석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필수 파일: Simple Bent + Detail Flat</a:t>
            </a:r>
          </a:p>
          <a:p>
            <a:pPr>
              <a:defRPr sz="1400">
                <a:solidFill>
                  <a:srgbClr val="323232"/>
                </a:solidFill>
                <a:latin typeface="Consolas"/>
              </a:defRPr>
            </a:pPr>
            <a:r>
              <a:t>선택 파일: Simple Flat (크기 자동 맞춤 시에만)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1. 가변 메쉬 생성 (generate-var)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3167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YAML 설정으로 곡선/가변 밀도 메쉬 생성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타입 1: 가변 밀도 평면 메쉬 (type: flat)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영역별로 요소 밀도 제어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밴딩 영역은 조밀, 평평한 영역은 성기게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레퍼런스 기반 자동 크기 조정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타입 2: 곡선 메쉬 (type: curved)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2D centerline 기반 벤딩 메쉬 생성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B-spline, Catmull-Rom 보간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자동 arc-length 계산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generate-var 예제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곡선 메쉬 YAML 예제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type: curved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centerline_points: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  - [0, 0]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  - [40, 10]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  - [80, 30]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interpolation: catmull_rom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명령어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generate-var config.yaml output.k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2. 메쉬 매핑 (map)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3167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디테일 플랫 → 디테일 벤트 변형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입력: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심플 벤트: 레퍼런스 (형상 정의, ~10K 요소)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디테일 플랫: 매핑 대상 (~1M 요소)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출력: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디테일 벤트: 변형 결과 (~1M 요소)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특징: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레퍼런스는 HEX8 정형 메쉬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디테일은 HEX8/TET4 비정형 가능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자동 크기 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map 예제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심플 레퍼런스 생성 (10,000 요소)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generate-var curved.yaml simple_bent.k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디테일 플랫 준비 (CAD 또는 generate-var)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detail_flat.k (1,000,000 요소)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매핑: 디테일 플랫 → 디테일 벤트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map simple_bent.k detail_flat.k detail_bent.k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3. 초기 응력 계산 (prestress)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3167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변형 전/후 메쉬로부터 응력 계산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물성 정의 방법: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K-file 물성 자동 읽기 (*PART, *MAT_ELASTIC)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명령줄 옵션으로 덮어쓰기 (-E, -nu)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다중 파트 지원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출력 포맷: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dynain: *INITIAL_STRESS_SOLID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CSV: 요소별 응력 데이터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LS-DYNA에서 *INCLUDE로 바로 사용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prestress 예제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K-file 물성 자동 사용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prestress detail_flat.k detail_bent.k output.dynain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명령줄 물성 지정 (덮어쓰기)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prestress -E 210000 -nu 0.3 \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    detail_flat.k detail_bent.k output.dynain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LS-DYNA 입력 파일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*INCLUDE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output.dynain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4. 기타 명령어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3167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unfold - 벤트 → 플랫 언폴딩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Arc-length 기반 평면화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크기 참조용 (선택적)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generate - 테스트 예제 생성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arc, torus, helix, wave 등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bent/flat 쌍 자동 생성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info - 메쉬 정보 출력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노드/요소 개수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Bounding Box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정형 그리드 구조 (i,j,k)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전체 워크플로우 예제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167360" cy="54864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1. 심플 벤트 레퍼런스 (10K 요소)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generate-var curved.yaml simple_bent.k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2. 심플 플랫 (크기 참조용, 선택)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unfold simple_bent.k simple_flat.k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3. 디테일 플랫 (1M 요소)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generate-var vardens.yaml detail_flat.k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4. 디테일 플랫 → 디테일 벤트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map simple_bent.k detail_flat.k detail_bent.k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5. 초기 응력 계산</a:t>
            </a:r>
          </a:p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KooRemapper prestress detail_flat.k detail_bent.k prestress.dynain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기술 세부사항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3167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지원 요소: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레퍼런스: HEX8 (정형 필수)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매핑 대상: HEX8, TET4 (비정형 가능)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매핑 알고리즘: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정형 그리드 분석 (i,j,k 인덱스)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Edge arc-length 계산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파라메트릭 좌표 변환 (u,v,w)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Transfinite 보간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응력 계산: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변형 구배 텐서 (F)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Green-Lagrange / Engineering strain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Hooke's Law (선형 탄성)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von Mises, Principal stress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파일 포맷 및 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3167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입출력 포맷: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K-file: LS-DYNA 메쉬 (*.k)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YAML: 설정 파일 (*.yaml)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dynain: 초기 응력 (*.dynain)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CSV: 스트레인 데이터 (*.csv)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주요 특징: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크로스 플랫폼 (Windows/Linux/macOS)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정적 링크 (단일 실행파일)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K-file 물성 자동 파싱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다중 파트 지원</a:t>
            </a:r>
          </a:p>
          <a:p>
            <a:pPr lvl="1"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대용량 메쉬 처리 (100만+ 요소)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KooRemapper - 메쉬 매핑 및 응력 분석 도구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